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3" r:id="rId4"/>
  </p:sldMasterIdLst>
  <p:sldIdLst>
    <p:sldId id="257" r:id="rId5"/>
    <p:sldId id="258" r:id="rId6"/>
    <p:sldId id="259" r:id="rId7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103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8" Type="http://schemas.openxmlformats.org/officeDocument/2006/relationships/tags" Target="../tags/tag72.xml"/><Relationship Id="rId17" Type="http://schemas.openxmlformats.org/officeDocument/2006/relationships/tags" Target="../tags/tag71.xml"/><Relationship Id="rId16" Type="http://schemas.openxmlformats.org/officeDocument/2006/relationships/tags" Target="../tags/tag70.xml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tags" Target="../tags/tag65.xml"/><Relationship Id="rId10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6385"/>
            <p:custDataLst>
              <p:tags r:id="rId2"/>
            </p:custDataLst>
          </p:nvPr>
        </p:nvSpPr>
        <p:spPr>
          <a:xfrm>
            <a:off x="695960" y="6356350"/>
            <a:ext cx="2743200" cy="365125"/>
          </a:xfrm>
        </p:spPr>
        <p:txBody>
          <a:bodyPr wrap="square">
            <a:normAutofit/>
          </a:bodyPr>
          <a:lstStyle>
            <a:lvl1pPr>
              <a:defRPr b="0"/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6386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endParaRPr lang="zh-CN" altLang="en-US" dirty="0"/>
          </a:p>
        </p:txBody>
      </p:sp>
      <p:sp>
        <p:nvSpPr>
          <p:cNvPr id="7" name="日期"/>
          <p:cNvSpPr>
            <a:spLocks noGrp="1"/>
          </p:cNvSpPr>
          <p:nvPr>
            <p:ph type="body" idx="16389" hasCustomPrompt="1"/>
            <p:custDataLst>
              <p:tags r:id="rId4"/>
            </p:custDataLst>
          </p:nvPr>
        </p:nvSpPr>
        <p:spPr>
          <a:xfrm>
            <a:off x="1016000" y="1651000"/>
            <a:ext cx="60970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20XX YEAR</a:t>
            </a:r>
            <a:endParaRPr lang="zh-CN" altLang="en-US" dirty="0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6387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 b="0"/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6"/>
            </p:custDataLst>
          </p:nvPr>
        </p:nvSpPr>
        <p:spPr>
          <a:xfrm>
            <a:off x="1016000" y="2159000"/>
            <a:ext cx="6352646" cy="2540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b="0" spc="0"/>
            </a:lvl1pPr>
          </a:lstStyle>
          <a:p>
            <a:r>
              <a:rPr lang="zh-CN" altLang="en-US" dirty="0"/>
              <a:t>Your presentation title here</a:t>
            </a:r>
            <a:endParaRPr lang="zh-CN" altLang="en-US" dirty="0"/>
          </a:p>
        </p:txBody>
      </p:sp>
      <p:sp>
        <p:nvSpPr>
          <p:cNvPr id="10" name="署名占位符 10"/>
          <p:cNvSpPr>
            <a:spLocks noGrp="1"/>
          </p:cNvSpPr>
          <p:nvPr>
            <p:ph type="body" sz="quarter" idx="16390" hasCustomPrompt="1"/>
            <p:custDataLst>
              <p:tags r:id="rId7"/>
            </p:custDataLst>
          </p:nvPr>
        </p:nvSpPr>
        <p:spPr>
          <a:xfrm>
            <a:off x="1016000" y="4749800"/>
            <a:ext cx="2540882" cy="533400"/>
          </a:xfrm>
          <a:prstGeom prst="roundRect">
            <a:avLst>
              <a:gd name="adj" fmla="val 0"/>
            </a:avLst>
          </a:prstGeom>
          <a:noFill/>
        </p:spPr>
        <p:txBody>
          <a:bodyPr vert="horz" wrap="square"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360000"/>
            <a:ext cx="10800000" cy="720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753983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1461405" y="2659856"/>
            <a:ext cx="1977755" cy="1081088"/>
          </a:xfrm>
        </p:spPr>
        <p:txBody>
          <a:bodyPr wrap="square" anchor="b">
            <a:normAutofit/>
          </a:bodyPr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Title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 userDrawn="1"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 userDrawn="1"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 userDrawn="1"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6385"/>
            <p:custDataLst>
              <p:tags r:id="rId2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 b="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6386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b="0"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6387"/>
            <p:custDataLst>
              <p:tags r:id="rId4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 b="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 idx="16388" hasCustomPrompt="1"/>
            <p:custDataLst>
              <p:tags r:id="rId5"/>
            </p:custDataLst>
          </p:nvPr>
        </p:nvSpPr>
        <p:spPr>
          <a:xfrm>
            <a:off x="1016000" y="3530600"/>
            <a:ext cx="6352117" cy="1524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Your chapter title here</a:t>
            </a:r>
            <a:endParaRPr lang="zh-CN" altLang="en-US" dirty="0"/>
          </a:p>
        </p:txBody>
      </p:sp>
      <p:sp>
        <p:nvSpPr>
          <p:cNvPr id="10" name="文本占位符 6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1016000" y="1905000"/>
            <a:ext cx="1527175" cy="1524000"/>
          </a:xfrm>
        </p:spPr>
        <p:txBody>
          <a:bodyPr vert="horz" lIns="0" tIns="0" rIns="0" bIns="0" anchor="ctr" anchorCtr="0">
            <a:normAutofit/>
          </a:bodyPr>
          <a:lstStyle>
            <a:lvl1pPr marL="0" indent="0" algn="l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01</a:t>
            </a:r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Click to edit Master text styles</a:t>
            </a:r>
            <a:endParaRPr lang="zh-CN" altLang="en-US"/>
          </a:p>
          <a:p>
            <a:pPr lvl="1"/>
            <a:r>
              <a:rPr lang="zh-CN" altLang="en-US"/>
              <a:t>Second level</a:t>
            </a:r>
            <a:endParaRPr lang="zh-CN" altLang="en-US"/>
          </a:p>
          <a:p>
            <a:pPr lvl="2"/>
            <a:r>
              <a:rPr lang="zh-CN" altLang="en-US"/>
              <a:t>Third level</a:t>
            </a:r>
            <a:endParaRPr lang="zh-CN" altLang="en-US"/>
          </a:p>
          <a:p>
            <a:pPr lvl="3"/>
            <a:r>
              <a:rPr lang="zh-CN" altLang="en-US"/>
              <a:t>Fourth level</a:t>
            </a:r>
            <a:endParaRPr lang="zh-CN" altLang="en-US"/>
          </a:p>
          <a:p>
            <a:pPr lvl="4"/>
            <a:r>
              <a:rPr lang="zh-CN" altLang="en-US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Click to edit Master text styles</a:t>
            </a:r>
            <a:endParaRPr lang="zh-CN" altLang="en-US"/>
          </a:p>
          <a:p>
            <a:pPr lvl="1"/>
            <a:r>
              <a:rPr lang="zh-CN" altLang="en-US"/>
              <a:t>Second level</a:t>
            </a:r>
            <a:endParaRPr lang="zh-CN" altLang="en-US"/>
          </a:p>
          <a:p>
            <a:pPr lvl="2"/>
            <a:r>
              <a:rPr lang="zh-CN" altLang="en-US"/>
              <a:t>Third level</a:t>
            </a:r>
            <a:endParaRPr lang="zh-CN" altLang="en-US"/>
          </a:p>
          <a:p>
            <a:pPr lvl="3"/>
            <a:r>
              <a:rPr lang="zh-CN" altLang="en-US"/>
              <a:t>Fourth level</a:t>
            </a:r>
            <a:endParaRPr lang="zh-CN" altLang="en-US"/>
          </a:p>
          <a:p>
            <a:pPr lvl="4"/>
            <a:r>
              <a:rPr lang="zh-CN" altLang="en-US"/>
              <a:t>Fifth level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Click to edit Master text styles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Click to edit Master text styles</a:t>
            </a:r>
            <a:endParaRPr lang="zh-CN" altLang="en-US"/>
          </a:p>
          <a:p>
            <a:pPr lvl="1"/>
            <a:r>
              <a:rPr lang="zh-CN" altLang="en-US"/>
              <a:t>Second level</a:t>
            </a:r>
            <a:endParaRPr lang="zh-CN" altLang="en-US"/>
          </a:p>
          <a:p>
            <a:pPr lvl="2"/>
            <a:r>
              <a:rPr lang="zh-CN" altLang="en-US"/>
              <a:t>Third level</a:t>
            </a:r>
            <a:endParaRPr lang="zh-CN" altLang="en-US"/>
          </a:p>
          <a:p>
            <a:pPr lvl="3"/>
            <a:r>
              <a:rPr lang="zh-CN" altLang="en-US"/>
              <a:t>Fourth level</a:t>
            </a:r>
            <a:endParaRPr lang="zh-CN" altLang="en-US"/>
          </a:p>
          <a:p>
            <a:pPr lvl="4"/>
            <a:r>
              <a:rPr lang="zh-CN" altLang="en-US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Click to edit Master text styles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Click to edit Master text styles</a:t>
            </a:r>
            <a:endParaRPr lang="zh-CN" altLang="en-US"/>
          </a:p>
          <a:p>
            <a:pPr lvl="1"/>
            <a:r>
              <a:rPr lang="zh-CN" altLang="en-US"/>
              <a:t>Second level</a:t>
            </a:r>
            <a:endParaRPr lang="zh-CN" altLang="en-US"/>
          </a:p>
          <a:p>
            <a:pPr lvl="2"/>
            <a:r>
              <a:rPr lang="zh-CN" altLang="en-US"/>
              <a:t>Third level</a:t>
            </a:r>
            <a:endParaRPr lang="zh-CN" altLang="en-US"/>
          </a:p>
          <a:p>
            <a:pPr lvl="3"/>
            <a:r>
              <a:rPr lang="zh-CN" altLang="en-US"/>
              <a:t>Fourth level</a:t>
            </a:r>
            <a:endParaRPr lang="zh-CN" altLang="en-US"/>
          </a:p>
          <a:p>
            <a:pPr lvl="4"/>
            <a:r>
              <a:rPr lang="zh-CN" altLang="en-US"/>
              <a:t>Fifth level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/>
              <a:t>Click to edit Master text styles</a:t>
            </a:r>
            <a:endParaRPr lang="zh-CN" altLang="en-US"/>
          </a:p>
          <a:p>
            <a:pPr lvl="1"/>
            <a:r>
              <a:rPr lang="zh-CN" altLang="en-US"/>
              <a:t>Second level</a:t>
            </a:r>
            <a:endParaRPr lang="zh-CN" altLang="en-US"/>
          </a:p>
          <a:p>
            <a:pPr lvl="2"/>
            <a:r>
              <a:rPr lang="zh-CN" altLang="en-US"/>
              <a:t>Third level</a:t>
            </a:r>
            <a:endParaRPr lang="zh-CN" altLang="en-US"/>
          </a:p>
          <a:p>
            <a:pPr lvl="3"/>
            <a:r>
              <a:rPr lang="zh-CN" altLang="en-US"/>
              <a:t>Fourth level</a:t>
            </a:r>
            <a:endParaRPr lang="zh-CN" altLang="en-US"/>
          </a:p>
          <a:p>
            <a:pPr lvl="4"/>
            <a:r>
              <a:rPr lang="zh-CN" altLang="en-US"/>
              <a:t>Fifth level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/>
              <a:t>Please Enter Your Sub Title Here</a:t>
            </a:r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half" idx="16385"/>
            <p:custDataLst>
              <p:tags r:id="rId2"/>
            </p:custDataLst>
          </p:nvPr>
        </p:nvSpPr>
        <p:spPr>
          <a:xfrm>
            <a:off x="695960" y="6356350"/>
            <a:ext cx="2743200" cy="365125"/>
          </a:xfrm>
        </p:spPr>
        <p:txBody>
          <a:bodyPr wrap="square">
            <a:normAutofit/>
          </a:bodyPr>
          <a:lstStyle>
            <a:lvl1pPr>
              <a:defRPr b="0"/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6386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b="0"/>
            </a:lvl1pPr>
          </a:lstStyle>
          <a:p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6387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 b="0"/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Subtitle 12"/>
          <p:cNvSpPr>
            <a:spLocks noGrp="1"/>
          </p:cNvSpPr>
          <p:nvPr>
            <p:ph type="body" idx="16389" hasCustomPrompt="1"/>
            <p:custDataLst>
              <p:tags r:id="rId5"/>
            </p:custDataLst>
          </p:nvPr>
        </p:nvSpPr>
        <p:spPr>
          <a:xfrm>
            <a:off x="5726642" y="2447925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9" name="标题 1"/>
          <p:cNvSpPr>
            <a:spLocks noGrp="1"/>
          </p:cNvSpPr>
          <p:nvPr>
            <p:ph type="ctrTitle" idx="16388" hasCustomPrompt="1"/>
            <p:custDataLst>
              <p:tags r:id="rId6"/>
            </p:custDataLst>
          </p:nvPr>
        </p:nvSpPr>
        <p:spPr>
          <a:xfrm>
            <a:off x="5724878" y="3175000"/>
            <a:ext cx="5451122" cy="1016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b="0" spc="0"/>
            </a:lvl1pPr>
          </a:lstStyle>
          <a:p>
            <a:r>
              <a:rPr lang="zh-CN" altLang="en-US" dirty="0"/>
              <a:t>THANK YOU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_Slide-1-5-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5960" y="6356350"/>
            <a:ext cx="2743200" cy="365125"/>
          </a:xfrm>
        </p:spPr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753983" y="6356350"/>
            <a:ext cx="2743200" cy="365125"/>
          </a:xfrm>
        </p:spPr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catalog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Chapter Title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Chapter Title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Chapter Title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Chapter Title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Slide-10004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5960" y="6356350"/>
            <a:ext cx="2743200" cy="365125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753983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Your slide title here</a:t>
            </a:r>
          </a:p>
        </p:txBody>
      </p:sp>
      <p:sp>
        <p:nvSpPr>
          <p:cNvPr id="12" name="装饰  1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609600" y="1524000"/>
            <a:ext cx="10972800" cy="4724400"/>
          </a:xfrm>
          <a:custGeom>
            <a:avLst/>
            <a:gdLst>
              <a:gd name="connisteX0" fmla="*/ 0 w 10972800"/>
              <a:gd name="connsiteY0" fmla="*/ 203200 h 4724400"/>
              <a:gd name="connisteX1" fmla="*/ 203200 w 10972800"/>
              <a:gd name="connsiteY1" fmla="*/ 0 h 4724400"/>
              <a:gd name="connisteX2" fmla="*/ 10769600 w 10972800"/>
              <a:gd name="connsiteY2" fmla="*/ 0 h 4724400"/>
              <a:gd name="connisteX3" fmla="*/ 10972800 w 10972800"/>
              <a:gd name="connsiteY3" fmla="*/ 203200 h 4724400"/>
              <a:gd name="connisteX4" fmla="*/ 10972800 w 10972800"/>
              <a:gd name="connsiteY4" fmla="*/ 4521200 h 4724400"/>
              <a:gd name="connisteX5" fmla="*/ 10769600 w 10972800"/>
              <a:gd name="connsiteY5" fmla="*/ 4724400 h 4724400"/>
              <a:gd name="connisteX6" fmla="*/ 203200 w 10972800"/>
              <a:gd name="connsiteY6" fmla="*/ 4724400 h 4724400"/>
              <a:gd name="connisteX7" fmla="*/ 0 w 10972800"/>
              <a:gd name="connsiteY7" fmla="*/ 4521200 h 4724400"/>
              <a:gd name="connisteX8" fmla="*/ 0 w 109728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4521200"/>
                </a:lnTo>
                <a:cubicBezTo>
                  <a:pt x="10972800" y="4633424"/>
                  <a:pt x="10881824" y="4724400"/>
                  <a:pt x="107696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914400" y="2362200"/>
            <a:ext cx="103632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Enter text here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79.xml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b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b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b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b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2026/01/20</a:t>
            </a:r>
            <a:endParaRPr lang="en-US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8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REPORT</a:t>
            </a:r>
            <a:br>
              <a:rPr lang="zh-CN" altLang="en-US"/>
            </a:br>
            <a:r>
              <a:rPr lang="zh-CN" altLang="en-US"/>
              <a:t>(Final insights)</a:t>
            </a:r>
            <a:endParaRPr lang="zh-CN" altLang="en-US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90"/>
            <p:custDataLst>
              <p:tags r:id="rId3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Reporter: Sachin Singh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Sales Recommendations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87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Compared to men, women are more likely to make purchases (~64%). The top three states contributing to the purchases (~35%) are Uttar Pradesh, Karnataka, and Maharashtra. Adults aged 30-49 make up the largest contributing group (~50%). At most, Amazon, Flipkart, and Myntra channels contribute about 80%. The final recommendation to increase sales at the store is to target female consumers in the Maharashtra, Karnataka, and Uttar Pradesh age between 30-49 years, by displaying advertisements, deals, and discounts from Amazon, Flipkart, and Myntra.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12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8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Thanks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</p:tagLst>
</file>

<file path=ppt/tags/tag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dfb4e908e9b1b42ffb20012189ed0cc26937cbfa"/>
  <p:tag name="KSO_WM_NEWLAYOUT_ID" val="22"/>
</p:tagLst>
</file>

<file path=ppt/tags/tag6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TEMPLATE_CATEGORY" val="custom"/>
  <p:tag name="KSO_WM_TEMPLATE_USER_THEME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TEMPLATE_CATEGORY" val="custom"/>
  <p:tag name="KSO_WM_TEMPLATE_USER_THEME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TEMPLATE_CATEGORY" val="custom"/>
  <p:tag name="KSO_WM_TEMPLATE_USER_THEME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45b276dea86542e4c215e8f1ca85745ca8c42877"/>
  <p:tag name="KSO_WM_NEWLAYOUT_ID" val="28"/>
</p:tagLst>
</file>

<file path=ppt/tags/tag20.xml><?xml version="1.0" encoding="utf-8"?>
<p:tagLst xmlns:p="http://schemas.openxmlformats.org/presentationml/2006/main">
  <p:tag name="KSO_WM_UNIT_HIGHLIGHT" val="0"/>
  <p:tag name="KSO_WM_BEAUTIFY_FLAG" val="#fgm#"/>
  <p:tag name="KSO_WM_FIGMA_FLAG" val="#fgm#"/>
  <p:tag name="KSO_WM_UNIT_INDEX" val="1"/>
  <p:tag name="KSO_WM_UNIT_TYPE" val="e"/>
</p:tagLst>
</file>

<file path=ppt/tags/tag21.xml><?xml version="1.0" encoding="utf-8"?>
<p:tagLst xmlns:p="http://schemas.openxmlformats.org/presentationml/2006/main">
  <p:tag name="KSO_WM_UNIT_TYPE" val="f"/>
  <p:tag name="KSO_WM_UNIT_INDEX" val="1"/>
  <p:tag name="KSO_WM_UNIT_ID" val="_5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2.xml><?xml version="1.0" encoding="utf-8"?>
<p:tagLst xmlns:p="http://schemas.openxmlformats.org/presentationml/2006/main">
  <p:tag name="KSO_WM_UNIT_TYPE" val="f"/>
  <p:tag name="KSO_WM_UNIT_INDEX" val="2"/>
  <p:tag name="KSO_WM_UNIT_ID" val="_5*f*2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5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6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7.xml><?xml version="1.0" encoding="utf-8"?>
<p:tagLst xmlns:p="http://schemas.openxmlformats.org/presentationml/2006/main">
  <p:tag name="KSO_WM_UNIT_TYPE" val="f"/>
  <p:tag name="KSO_WM_UNIT_INDEX" val="1"/>
  <p:tag name="KSO_WM_UNIT_ID" val="_6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8.xml><?xml version="1.0" encoding="utf-8"?>
<p:tagLst xmlns:p="http://schemas.openxmlformats.org/presentationml/2006/main">
  <p:tag name="KSO_WM_UNIT_TYPE" val="f"/>
  <p:tag name="KSO_WM_UNIT_INDEX" val="2"/>
  <p:tag name="KSO_WM_UNIT_ID" val="_6*f*2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9.xml><?xml version="1.0" encoding="utf-8"?>
<p:tagLst xmlns:p="http://schemas.openxmlformats.org/presentationml/2006/main">
  <p:tag name="KSO_WM_UNIT_TYPE" val="f"/>
  <p:tag name="KSO_WM_UNIT_INDEX" val="3"/>
  <p:tag name="KSO_WM_UNIT_ID" val="_6*f*3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0.xml><?xml version="1.0" encoding="utf-8"?>
<p:tagLst xmlns:p="http://schemas.openxmlformats.org/presentationml/2006/main">
  <p:tag name="KSO_WM_UNIT_TYPE" val="f"/>
  <p:tag name="KSO_WM_UNIT_INDEX" val="4"/>
  <p:tag name="KSO_WM_UNIT_ID" val="_6*f*4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2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4.xml><?xml version="1.0" encoding="utf-8"?>
<p:tagLst xmlns:p="http://schemas.openxmlformats.org/presentationml/2006/main">
  <p:tag name="KSO_WM_UNIT_TYPE" val="a"/>
  <p:tag name="KSO_WM_UNIT_INDEX" val="1"/>
  <p:tag name="KSO_WM_UNIT_ID" val="_6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7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8.xml><?xml version="1.0" encoding="utf-8"?>
<p:tagLst xmlns:p="http://schemas.openxmlformats.org/presentationml/2006/main">
  <p:tag name="KSO_WM_UNIT_TYPE" val="a"/>
  <p:tag name="KSO_WM_UNIT_INDEX" val="1"/>
  <p:tag name="KSO_WM_UNIT_ID" val="_7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0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1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2.xml><?xml version="1.0" encoding="utf-8"?>
<p:tagLst xmlns:p="http://schemas.openxmlformats.org/presentationml/2006/main">
  <p:tag name="KSO_WM_UNIT_TYPE" val="f"/>
  <p:tag name="KSO_WM_UNIT_INDEX" val="1"/>
  <p:tag name="KSO_WM_UNIT_ID" val="_9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4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5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8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9.xml><?xml version="1.0" encoding="utf-8"?>
<p:tagLst xmlns:p="http://schemas.openxmlformats.org/presentationml/2006/main">
  <p:tag name="KSO_WM_UNIT_TYPE" val="f"/>
  <p:tag name="KSO_WM_UNIT_INDEX" val="1"/>
  <p:tag name="KSO_WM_UNIT_ID" val="_10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50.xml><?xml version="1.0" encoding="utf-8"?>
<p:tagLst xmlns:p="http://schemas.openxmlformats.org/presentationml/2006/main">
  <p:tag name="KSO_WM_UNIT_TYPE" val="a"/>
  <p:tag name="KSO_WM_UNIT_INDEX" val="1"/>
  <p:tag name="KSO_WM_UNIT_ID" val="_10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  <p:tag name="KSO_WM_UNIT_NOCLEAR" val="0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</p:tagLst>
</file>

<file path=ppt/tags/tag55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d4ddfd2c6dd9f8350fcc3c56cb9572b84c6699c5"/>
  <p:tag name="KSO_WM_NEWLAYOUT_ID" val="36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80288e745ce127c5e8557d38bf42c4ed8b5ec8f2"/>
  <p:tag name="KSO_WM_NEWLAYOUT_ID" val="1"/>
</p:tagLst>
</file>

<file path=ppt/tags/tag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6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6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6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7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73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TEMPLATE_INDEX" val="40480733"/>
</p:tagLst>
</file>

<file path=ppt/tags/tag74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TEMPLATE_INDEX" val="40480733"/>
</p:tagLst>
</file>

<file path=ppt/tags/tag7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7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7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78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d799d37ec7ee1a76"/>
  <p:tag name="KSO_WM_TAG_VERSION" val="3.0"/>
  <p:tag name="KSO_WM_TEMPLATE_CATEGORY" val="custom"/>
  <p:tag name="KSO_WM_TEMPLATE_INDEX" val="40480733"/>
</p:tagLst>
</file>

<file path=ppt/tags/tag79.xml><?xml version="1.0" encoding="utf-8"?>
<p:tagLst xmlns:p="http://schemas.openxmlformats.org/presentationml/2006/main">
  <p:tag name="KSO_WM_AITEMPLATE_STYLE_ID" val="69796643255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d5640e31e5c97777d66567f80eccdeb78249960"/>
  <p:tag name="KSO_WM_NEWLAYOUT_GROUP_ID" val="layout_10004"/>
  <p:tag name="KSO_WM_NEWLAYOUT_ID" val="slide_56c23ee1539512a3"/>
</p:tagLst>
</file>

<file path=ppt/tags/tag8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6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TEMPLATE_INDEX" val="40480733"/>
</p:tagLst>
</file>

<file path=ppt/tags/tag87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TEMPLATE_INDEX" val="40480733"/>
</p:tagLst>
</file>

<file path=ppt/tags/tag8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8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9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91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d799d37ec7ee1a76"/>
  <p:tag name="KSO_WM_TAG_VERSION" val="3.0"/>
  <p:tag name="KSO_WM_TEMPLATE_CATEGORY" val="custom"/>
  <p:tag name="KSO_WM_TEMPLATE_INDEX" val="40480733"/>
</p:tagLst>
</file>

<file path=ppt/tags/tag92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PRESET_TEXT" val="20XX YEAR"/>
  <p:tag name="KSO_WM_TEMPLATE_CATEGORY" val="custom"/>
  <p:tag name="KSO_WM_TEMPLATE_INDEX" val="40480733"/>
  <p:tag name="KSO_WM_UNIT_LAYERLEVEL" val="1"/>
  <p:tag name="KSO_WM_UNIT_ID" val="custom40480733_1*f*1"/>
  <p:tag name="KSO_WM_TAG_VERSION" val="3.0"/>
</p:tagLst>
</file>

<file path=ppt/tags/tag93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dfb4e908e9b1b42ffb20012189ed0cc26937cbfa"/>
  <p:tag name="KSO_WM_NEWLAYOUT_ID" val="22"/>
  <p:tag name="KSO_WM_UNIT_PRESET_TEXT" val="单击此处&#10;添加文档标题"/>
  <p:tag name="KSO_WM_TEMPLATE_CATEGORY" val="custom"/>
  <p:tag name="KSO_WM_TEMPLATE_INDEX" val="40480733"/>
  <p:tag name="KSO_WM_UNIT_LAYERLEVEL" val="1"/>
  <p:tag name="KSO_WM_UNIT_ID" val="custom40480733_1*a*1"/>
  <p:tag name="KSO_WM_TAG_VERSION" val="3.0"/>
</p:tagLst>
</file>

<file path=ppt/tags/tag9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PRESET_TEXT" val="BY WPS"/>
  <p:tag name="KSO_WM_TEMPLATE_CATEGORY" val="custom"/>
  <p:tag name="KSO_WM_TEMPLATE_INDEX" val="40480733"/>
  <p:tag name="KSO_WM_UNIT_LAYERLEVEL" val="1"/>
  <p:tag name="KSO_WM_UNIT_ID" val="custom40480733_1*f*2"/>
  <p:tag name="KSO_WM_TAG_VERSION" val="3.0"/>
</p:tagLst>
</file>

<file path=ppt/tags/tag95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d799d37ec7ee1a76"/>
  <p:tag name="KSO_WM_TAG_VERSION" val="3.0"/>
  <p:tag name="KSO_WM_TEMPLATE_CATEGORY" val="custom"/>
  <p:tag name="KSO_WM_TEMPLATE_INDEX" val="40480733"/>
  <p:tag name="KSO_WM_SLIDE_ID" val="custom40480733_1"/>
</p:tagLst>
</file>

<file path=ppt/tags/tag9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d5640e31e5c97777d66567f80eccdeb78249960"/>
  <p:tag name="KSO_WM_NEWLAYOUT_GROUP_ID" val="layout_10004"/>
  <p:tag name="KSO_WM_NEWLAYOUT_ID" val="slide_56c23ee1539512a3"/>
  <p:tag name="KSO_WM_UNIT_PRESET_TEXT" val="Your slide title here"/>
</p:tagLst>
</file>

<file path=ppt/tags/tag9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Enter text here"/>
</p:tagLst>
</file>

<file path=ppt/tags/tag99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43255"/>
  <p:tag name="KSO_WM_TEMPLATE_SLIDE_ID" val="slide_56c23ee1539512a3"/>
</p:tagLst>
</file>

<file path=ppt/tags/tag100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PRESET_TEXT" val="THE END"/>
  <p:tag name="KSO_WM_TEMPLATE_CATEGORY" val="custom"/>
  <p:tag name="KSO_WM_TEMPLATE_INDEX" val="40480733"/>
  <p:tag name="KSO_WM_UNIT_LAYERLEVEL" val="1"/>
  <p:tag name="KSO_WM_UNIT_ID" val="custom40480733_5*b*1"/>
  <p:tag name="KSO_WM_TAG_VERSION" val="3.0"/>
</p:tagLst>
</file>

<file path=ppt/tags/tag101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d4ddfd2c6dd9f8350fcc3c56cb9572b84c6699c5"/>
  <p:tag name="KSO_WM_NEWLAYOUT_ID" val="36"/>
  <p:tag name="KSO_WM_UNIT_PRESET_TEXT" val="谢谢观看"/>
  <p:tag name="KSO_WM_TEMPLATE_CATEGORY" val="custom"/>
  <p:tag name="KSO_WM_TEMPLATE_INDEX" val="40480733"/>
  <p:tag name="KSO_WM_UNIT_LAYERLEVEL" val="1"/>
  <p:tag name="KSO_WM_UNIT_ID" val="custom40480733_5*a*1"/>
  <p:tag name="KSO_WM_TAG_VERSION" val="3.0"/>
</p:tagLst>
</file>

<file path=ppt/tags/tag102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2f1bc384a532e0ce"/>
  <p:tag name="KSO_WM_TAG_VERSION" val="3.0"/>
  <p:tag name="KSO_WM_TEMPLATE_CATEGORY" val="custom"/>
  <p:tag name="KSO_WM_TEMPLATE_INDEX" val="40480733"/>
  <p:tag name="KSO_WM_SLIDE_ID" val="custom40480733_5"/>
</p:tagLst>
</file>

<file path=ppt/tags/tag103.xml><?xml version="1.0" encoding="utf-8"?>
<p:tagLst xmlns:p="http://schemas.openxmlformats.org/presentationml/2006/main">
  <p:tag name="commondata" val="eyJoZGlkIjoiYTBiZWE2ZWRjZjk1ZmUxOTc0MTVmYTU3MjNhZWI5M2E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_Theme_2">
  <a:themeElements>
    <a:clrScheme name="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B2B2B2"/>
      </a:accent1>
      <a:accent2>
        <a:srgbClr val="9D9D9D"/>
      </a:accent2>
      <a:accent3>
        <a:srgbClr val="888888"/>
      </a:accent3>
      <a:accent4>
        <a:srgbClr val="747474"/>
      </a:accent4>
      <a:accent5>
        <a:srgbClr val="606060"/>
      </a:accent5>
      <a:accent6>
        <a:srgbClr val="4D4D4D"/>
      </a:accent6>
      <a:hlink>
        <a:srgbClr val="5F5F5F"/>
      </a:hlink>
      <a:folHlink>
        <a:srgbClr val="919191"/>
      </a:folHlink>
    </a:clrScheme>
    <a:fontScheme name="自定义 11">
      <a:majorFont>
        <a:latin typeface="WPS灵秀黑"/>
        <a:ea typeface="WPS灵秀黑"/>
        <a:cs typeface=""/>
      </a:majorFont>
      <a:minorFont>
        <a:latin typeface="WPS灵秀黑"/>
        <a:ea typeface="WPS灵秀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_Theme_1">
  <a:themeElements>
    <a:clrScheme name="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B2B2B2"/>
      </a:accent1>
      <a:accent2>
        <a:srgbClr val="9D9D9D"/>
      </a:accent2>
      <a:accent3>
        <a:srgbClr val="888888"/>
      </a:accent3>
      <a:accent4>
        <a:srgbClr val="747474"/>
      </a:accent4>
      <a:accent5>
        <a:srgbClr val="606060"/>
      </a:accent5>
      <a:accent6>
        <a:srgbClr val="4D4D4D"/>
      </a:accent6>
      <a:hlink>
        <a:srgbClr val="5F5F5F"/>
      </a:hlink>
      <a:folHlink>
        <a:srgbClr val="919191"/>
      </a:folHlink>
    </a:clrScheme>
    <a:fontScheme name="自定义 11">
      <a:majorFont>
        <a:latin typeface="WPS灵秀黑"/>
        <a:ea typeface="WPS灵秀黑"/>
        <a:cs typeface=""/>
      </a:majorFont>
      <a:minorFont>
        <a:latin typeface="WPS灵秀黑"/>
        <a:ea typeface="WPS灵秀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639</Words>
  <Application>WPS Presentation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SimSun</vt:lpstr>
      <vt:lpstr>Wingdings</vt:lpstr>
      <vt:lpstr>WPS灵秀黑</vt:lpstr>
      <vt:lpstr>Microsoft YaHei</vt:lpstr>
      <vt:lpstr>Arial Unicode MS</vt:lpstr>
      <vt:lpstr>Calibri</vt:lpstr>
      <vt:lpstr>Calibri Light</vt:lpstr>
      <vt:lpstr>Office Theme</vt:lpstr>
      <vt:lpstr>Office_Theme_2</vt:lpstr>
      <vt:lpstr>Office_Theme_1</vt:lpstr>
      <vt:lpstr>REPORT (Final insights)</vt:lpstr>
      <vt:lpstr>Sales Recommendations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 (Final insights)</dc:title>
  <dc:creator/>
  <cp:lastModifiedBy>Sachin Singh</cp:lastModifiedBy>
  <cp:revision>1</cp:revision>
  <dcterms:created xsi:type="dcterms:W3CDTF">2026-03-20T15:33:12Z</dcterms:created>
  <dcterms:modified xsi:type="dcterms:W3CDTF">2026-03-20T15:33:12Z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8E24797782BF49639095E99603A11CF2_11</vt:lpwstr>
  </property>
  <property fmtid="{D5CDD505-2E9C-101B-9397-08002B2CF9AE}" pid="3" name="KSOProductBuildVer">
    <vt:lpwstr>1033-12.1.0.25242</vt:lpwstr>
  </property>
  <property fmtid="{D5CDD505-2E9C-101B-9397-08002B2CF9AE}" pid="4" name="KSOTemplateUUID">
    <vt:lpwstr>v1.0_ai_69796643255</vt:lpwstr>
  </property>
</Properties>
</file>